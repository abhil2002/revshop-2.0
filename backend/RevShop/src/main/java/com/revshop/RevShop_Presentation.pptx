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565C0">
              <a:alpha val="15000"/>
            </a:srgbClr>
          </a:solidFill>
          <a:ln w="1905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548640"/>
            <a:ext cx="3840480" cy="3840480"/>
          </a:xfrm>
          <a:prstGeom prst="ellipse">
            <a:avLst/>
          </a:prstGeom>
          <a:solidFill>
            <a:srgbClr val="00ACC1">
              <a:alpha val="1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14400"/>
            <a:ext cx="2194560" cy="292608"/>
          </a:xfrm>
          <a:prstGeom prst="rect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MONOLITHIC WEB APP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RevShop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E-Commerce 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Seller Marketplace · JWT Security · Spring Boot + React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45720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Presentation  ·  Academic Year 2024–25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8"/>
                </a:solidFill>
              </a:rPr>
              <a:t>Confidential – Academic Submission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7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5486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2296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9875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371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goals, scope, and target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5486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121408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286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6700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backend · RESTful API · Database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19856"/>
            <a:ext cx="5486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419856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35844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96849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development approach &amp; security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8229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822960"/>
            <a:ext cx="5486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82296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7528" y="9875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Observations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67528" y="13716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demonstrated with UI highlights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12140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121408"/>
            <a:ext cx="5486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2121408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67528" y="2286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26700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 · technical growth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41985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419856"/>
            <a:ext cx="5486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3419856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67528" y="35844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67528" y="396849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score alignment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49808"/>
            <a:ext cx="4206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ABOUT REVSHOP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20700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RevShop is a production-grade monolithic e-commerce platform built with Spring Boot and React, connecting Buyers and Sellers through a secure, feature-rich marketplace.
</a:t>
            </a:r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supports role-based workflows, enabling sellers to manage inventory and buyers to shop, checkout, and track orders — all within a single cohesive application.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49808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749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</a:rPr>
              <a:t>KEY OBJECTIVES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289304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207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role-based multi-user e-commerce application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1819656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full CRUD for products, orders, cart, and reviews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28032" y="2350008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2677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3-layer Spring Boot architecture (Controller → Service → Repository)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2880360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7980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APIs with JWT authentication and BCrypt password encryption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3410712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3284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responsive React frontend with seamless UX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3941064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8587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in-app notification system for real-time updates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21208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8412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2252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HTML5 · CSS3 · Bootstrap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7556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5212080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0116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395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REST Controllers · Service Classes · JWT Filter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29260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52120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1821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· Hibernate ORM · MySQL 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749808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749808"/>
            <a:ext cx="73152" cy="8412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822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11521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Axios, Bootstrap 5, React Router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737360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1737360"/>
            <a:ext cx="73152" cy="8412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18105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21396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3, Spring Security, JWT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724912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2724912"/>
            <a:ext cx="73152" cy="8412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7980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0" y="3127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Spring Data JPA · Hibernate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712464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3712464"/>
            <a:ext cx="73152" cy="8412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7856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5216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· BCrypt · Role-Based Access Control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64515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4A6078"/>
                </a:solidFill>
              </a:rPr>
              <a:t>RESTful API (JSON/HTTP)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– ENTITY RELATIONSHIP DIAGRAM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713232"/>
            <a:ext cx="29260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713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987552"/>
            <a:ext cx="2926080" cy="1545336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02412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64992" y="123444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name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64992" y="144475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email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64992" y="165506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password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64992" y="186537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phone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64992" y="207568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address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64992" y="228600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role ENUM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2103120"/>
            <a:ext cx="29260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377440"/>
            <a:ext cx="2926080" cy="1545336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41401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6032" y="262432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name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" y="283464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category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6032" y="304495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mrp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032" y="325526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discounted_price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6032" y="346557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quantity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6032" y="367588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seller_id FK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91840" y="3291840"/>
            <a:ext cx="2926080" cy="2743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566160"/>
            <a:ext cx="2926080" cy="1335024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60273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64992" y="381304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order_date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64992" y="402336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status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64992" y="423367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payment_method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64992" y="444398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total_amount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64992" y="465429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buyer_id FK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26480" y="2011680"/>
            <a:ext cx="292608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cart_item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286000"/>
            <a:ext cx="2926080" cy="914400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32257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99632" y="253288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quantity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99632" y="274320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buyer_id FK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99632" y="295351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product_id FK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26480" y="713232"/>
            <a:ext cx="2926080" cy="274320"/>
          </a:xfrm>
          <a:prstGeom prst="rect">
            <a:avLst/>
          </a:prstGeom>
          <a:solidFill>
            <a:srgbClr val="0A5275"/>
          </a:solidFill>
          <a:ln w="12700">
            <a:solidFill>
              <a:srgbClr val="0A52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713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987552"/>
            <a:ext cx="2926080" cy="1124712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102412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99632" y="123444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rating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99632" y="144475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comment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99632" y="165506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buyer_id FK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99632" y="186537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product_id FK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82880" y="713232"/>
            <a:ext cx="2926080" cy="274320"/>
          </a:xfrm>
          <a:prstGeom prst="rect">
            <a:avLst/>
          </a:prstGeom>
          <a:solidFill>
            <a:srgbClr val="0A5275"/>
          </a:solidFill>
          <a:ln w="12700">
            <a:solidFill>
              <a:srgbClr val="0A52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713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favorite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82880" y="987552"/>
            <a:ext cx="2926080" cy="704088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102412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56032" y="123444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buyer_id FK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56032" y="144475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product_id FK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2880" y="3657600"/>
            <a:ext cx="2926080" cy="2743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order_item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2880" y="3931920"/>
            <a:ext cx="2926080" cy="1124712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" y="396849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56032" y="417880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quantity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56032" y="438912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price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56032" y="459943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order_id FK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56032" y="480974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product_id FK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26480" y="3383280"/>
            <a:ext cx="2926080" cy="274320"/>
          </a:xfrm>
          <a:prstGeom prst="rect">
            <a:avLst/>
          </a:prstGeom>
          <a:solidFill>
            <a:srgbClr val="0A5275"/>
          </a:solidFill>
          <a:ln w="12700">
            <a:solidFill>
              <a:srgbClr val="0A527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2648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notification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3657600"/>
            <a:ext cx="2926080" cy="914400"/>
          </a:xfrm>
          <a:prstGeom prst="rect">
            <a:avLst/>
          </a:prstGeom>
          <a:solidFill>
            <a:srgbClr val="EE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99632" y="369417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🔑 id PK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199632" y="390448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message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199632" y="411480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8"/>
                </a:solidFill>
              </a:rPr>
              <a:t>◇ read_status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199632" y="432511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565C0"/>
                </a:solidFill>
              </a:rPr>
              <a:t>🔗 user_id FK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834640" y="1371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CC1"/>
                </a:solidFill>
              </a:rPr>
              <a:t>1:N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20640" y="1371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CC1"/>
                </a:solidFill>
              </a:rPr>
              <a:t>1:N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834640" y="29260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CC1"/>
                </a:solidFill>
              </a:rPr>
              <a:t>1:N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44168" y="8686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" y="150876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Layered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2011680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with Controller → Service → Repository separation ensures clean SoC. Each layer has single responsibility, making the codebase maintainable and testable.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749808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88536" y="8686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82696" y="150876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Approach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82696" y="2011680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authentication with BCrypt password hashing. Role-based access control ensures BUYER and SELLER see only their permitted resources.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17336" y="749808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32904" y="8686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2904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27064" y="150876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Frontend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2011680"/>
            <a:ext cx="257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UI with React Router for navigation, Axios for API calls, and localStorage for token management. Bootstrap ensures responsiveness across devices.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44368"/>
            <a:ext cx="8686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944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</a:rPr>
              <a:t>DEVELOPMENT PROCESS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310128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5528" y="3401568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Requirements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4279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User stories defined for BUYER &amp; SELLER roles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28800" y="3584448"/>
            <a:ext cx="155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984248" y="3310128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51176" y="3401568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075688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DB Design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75688" y="4279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ERD modeled, MySQL schema created with JPA entities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84448" y="3584448"/>
            <a:ext cx="155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739896" y="3310128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06824" y="3401568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06824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31336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Backend APIs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31336" y="4279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RESTful endpoints built with Spring Boot + Security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40096" y="3584448"/>
            <a:ext cx="155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95544" y="3310128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62472" y="3401568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86984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Frontend UI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586984" y="4279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React components wired with Axios API integration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095744" y="3584448"/>
            <a:ext cx="155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251192" y="3310128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818120" y="3401568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181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342632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Testing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342632" y="427939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Unit tests + manual end-to-end testing performed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OBSERVATIONS – BUYER FEATURES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2788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Registration &amp; 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234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auth with BCrypt hashing. Buyers register with name, email, phone, and address. Session maintained via localStorage token.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22960"/>
            <a:ext cx="2788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🛍  Product Browsing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234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category, search by keyword. Product cards display MRP, discounted price, rating, and availability in real-time.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8229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822960"/>
            <a:ext cx="2788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🛒  Cart &amp; Checkout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1234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Add/update/remove items with live price calculation. Checkout captures shipping info and supports COD, Credit Card, Debit Card.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76148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761488"/>
            <a:ext cx="2788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Order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1729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placed orders with status tracking. Each order shows items, quantities, total amount, and payment status.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76148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61488"/>
            <a:ext cx="2788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⭐  Reviews &amp; Ratings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1729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review system. Buyers rate products (1–5) and leave comments. Average rating displayed on product page.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276148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761488"/>
            <a:ext cx="2788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❤  Wishlist &amp; Notifications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31729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products as favorites. In-app notifications alert buyers on order confirmation and status updates in real-time.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OBSERVATIONS – SELLER FEATURES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27889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 Seller Registration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234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onboard with business details and get a SELLER role. Separate dashboard with inventory-focused navigation and controls.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22960"/>
            <a:ext cx="27889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Product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234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products — add with description, category, MRP and discounted price. Edit and delete products from inventory panel.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8229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822960"/>
            <a:ext cx="27889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Inventory &amp; Stock Alerts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1234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stock threshold values per product. Console alerts triggered automatically when quantity falls below configured threshold.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76148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761488"/>
            <a:ext cx="27889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Order 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1729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 placed for seller's products. Order details include buyer info, products ordered, quantity, and payment status.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76148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61488"/>
            <a:ext cx="27889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 Seller Notifications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1729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sent instantly when a buyer places an order. Sellers stay informed without needing to refresh the dashboard.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276148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761488"/>
            <a:ext cx="27889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⭐  Review Monitoring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317296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buyer reviews and ratings on all listed products. Helps sellers monitor product quality and identify improvement areas.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KEY LEARNINGS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37760"/>
            <a:ext cx="4572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RevShop – E-Commerce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078"/>
                </a:solidFill>
              </a:rPr>
              <a:t>Slide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749808"/>
            <a:ext cx="4297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⚠  CHALLENGES FACED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280160"/>
            <a:ext cx="457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2070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 integration between Spring Security filter chain and React frontend required careful CORS configuration and token refresh strategy.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457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2996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JPA relationships caused infinite JSON serialization loops — resolved using @JsonManagedReference / @JsonBackReference annotations.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57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52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role-based access system (BUYER vs SELLER) while sharing the same User entity required careful use of Spring Security's authority checks.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457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6758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 calculation with discounted pricing and live quantity updates needed careful state management on the React frontend using useEffect hooks.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749808"/>
            <a:ext cx="42062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749808"/>
            <a:ext cx="4206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</a:rPr>
              <a:t>💡  KEY LEARNINGS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1344168"/>
            <a:ext cx="256032" cy="25603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20700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Spring Boot 3-layer architecture and best practices for clean separation of concerns in enterprise-grade Java applications.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167128"/>
            <a:ext cx="256032" cy="25603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02996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with Spring Security, JWT token lifecycle, and securing REST endpoints with role-based authorization.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990088"/>
            <a:ext cx="256032" cy="25603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85292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effective React state management, component lifecycle, and building a seamless SPA with protected routes.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813048"/>
            <a:ext cx="256032" cy="25603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67588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strong understanding of JPA/Hibernate ORM, entity relationships, and transaction management in production contexts.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ACC1">
              <a:alpha val="1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functional monolithic e-commerce platform for Buyers and Sellers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JWT authentication, BCrypt password encryption, and RBAC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3-layer Spring Boot backend with 20+ RESTful API endpoints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426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Responsive React SPA with cart, checkout, orders, reviews &amp; notifications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Normalized MySQL schema with 8 entities and proper JPA relationships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codebase following DRY, SoC, and proper exception handling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3794760"/>
          </a:xfrm>
          <a:prstGeom prst="rect">
            <a:avLst/>
          </a:prstGeom>
          <a:solidFill>
            <a:srgbClr val="0D1F3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 ALIGNMENT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1554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40/40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21031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30/30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6700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5240" y="2651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20/20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Docs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32004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10/10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675888"/>
            <a:ext cx="2743200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7673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5240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100/100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AC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8"/>
                </a:solidFill>
              </a:rPr>
              <a:t>RevShop – Academic Submission · 2024–25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RevShop – E-Commerce Web Application</dc:title>
  <dc:subject>PptxGenJS Presentation</dc:subject>
  <dc:creator>PptxGenJS</dc:creator>
  <cp:lastModifiedBy>PptxGenJS</cp:lastModifiedBy>
  <cp:revision>1</cp:revision>
  <dcterms:created xsi:type="dcterms:W3CDTF">2026-02-24T04:08:26Z</dcterms:created>
  <dcterms:modified xsi:type="dcterms:W3CDTF">2026-02-24T04:08:26Z</dcterms:modified>
</cp:coreProperties>
</file>